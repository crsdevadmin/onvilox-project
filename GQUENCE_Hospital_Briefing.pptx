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Audience: the doctor who decides whether this is allowed into the hospital. Lead with control and safety, not features.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with the ask and the non-asks defuses the usual objections before they are raised.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simple. Detail comes later; here they just need the shape of the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slide for adoption. If the doctor believes they remain in control, most other objections shrink. Two of four gates are theirs; the other two are segregation of duty inside the store.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that approval is new work. Claiming zero added effort would not be believed.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Position as decision support that protects the clinician, not as a system making decisions.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the last card: it informs, it does not act. That distinction matters for clinical responsibility.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Segregation of duty is the point. It protects the hospital as much as the patient.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overclaim on certifications. Offer to meet the institution's requirements rather than asserting compliance you have not been audited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publication offer matters to academic clinicians and costs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Raising these yourself is far stronger than being asked. Every answer must be true — do not soften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asking for critique of the engine. A clinician who has corrected something becomes invested in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371600"/>
            <a:ext cx="4389120" cy="438912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338560" y="4754880"/>
            <a:ext cx="2377440" cy="237744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0116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GQUENCE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Nutrition Platform — Hospital Briefing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52958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tool does, who controls it, and what it changes for your department.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clinical review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asking you to approve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plainly, before any feature discussion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6949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7904" y="1847088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defined patient group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17904" y="21945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oncology patients under your care who require nutritional support, enrolled with your consent — not a blanket deployment.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6928" y="2962656"/>
            <a:ext cx="6949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310128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101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17904" y="3145536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time-boxed evaluation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517904" y="3493008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review period, after which you decide whether it continues. No lock-in and no long-term commitment.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4261104"/>
            <a:ext cx="6949440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60857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608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17904" y="4443984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existing prescribing authority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17904" y="479145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changes about who decides. The tool proposes; you approve. No product reaches a patient without your signature.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726680" y="1664208"/>
            <a:ext cx="3904488" cy="3913632"/>
          </a:xfrm>
          <a:prstGeom prst="roundRect">
            <a:avLst>
              <a:gd name="adj" fmla="val 1405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028432" y="1901952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are NOT asking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028432" y="2377440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302752" y="23774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change your treatment protocols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28432" y="2944368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302752" y="29443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replace your dietetics team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28432" y="3511296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302752" y="3511296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integrate with hospital IT systems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28432" y="4078224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302752" y="4078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upfront cost during evaluation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028432" y="4645152"/>
            <a:ext cx="201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02752" y="4645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 data to leave your control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tool does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jobs, in the order they happen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77824" y="1938528"/>
            <a:ext cx="548640" cy="5486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77824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77824" y="305409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individualised nutritional prescription from the patient's anthropometry, biochemistry, cancer type and active chemotherapy regimen.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07408" y="164592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18304" y="1938528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18304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Produces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18304" y="305409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approved prescription becomes a batch-tracked product, made to that specification, labelled and dispatched with full traceability.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47888" y="1645920"/>
            <a:ext cx="36118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8784" y="1938528"/>
            <a:ext cx="548640" cy="548640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558784" y="19385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558784" y="267004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Follows up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58784" y="3054096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review recalculates the prescription; daily logs record what the patient actually consumed.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66928" y="4882896"/>
            <a:ext cx="11064240" cy="749808"/>
          </a:xfrm>
          <a:prstGeom prst="roundRect">
            <a:avLst>
              <a:gd name="adj" fmla="val 7317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clinical decision stays with you at every step. The tool does the arithmetic, the record-keeping and the follow-up.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reaches a patient without your approval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gates, two of them yours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745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7904" y="17739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Initial prescription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17904" y="21579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0" y="1773936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proposes energy, protein and formulation. You review, adjust any value, and approve or reject.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" y="2688336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935224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93522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17904" y="28346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Production release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17904" y="32186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APPROVER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0" y="2834640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cannot begin until a second, independent store role approves the request.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3749040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8680" y="3995928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99592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17904" y="3895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 release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17904" y="42793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APPROVER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0" y="3895344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finished batch cannot leave the store without a separate dispatch approval.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4809744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68680" y="5056632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5056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517904" y="495604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weekly change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517904" y="53400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8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114800" y="4956048"/>
            <a:ext cx="7223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recalculated weekly prescription returns to you as PENDING REVIEW. It does not proceed until you approve it.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66928" y="579729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rejected step reverts to the previous state — it is never silently overridden.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should take work off your team, not add it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 on a normal clinic 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440680" cy="3200400"/>
          </a:xfrm>
          <a:prstGeom prst="roundRect">
            <a:avLst>
              <a:gd name="adj" fmla="val 1714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653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2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96112" y="23042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33856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assessment done by hand, if time allows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96112" y="27980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3856" y="2798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repeated per patient, per visit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96112" y="3291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33856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systematic review between appointments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96112" y="37856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33856" y="37856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 noticed at the next visit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96112" y="42793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C8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33856" y="4279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what the patient actually consumed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1645920"/>
            <a:ext cx="5431536" cy="3200400"/>
          </a:xfrm>
          <a:prstGeom prst="roundRect">
            <a:avLst>
              <a:gd name="adj" fmla="val 1714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01384" y="1865376"/>
            <a:ext cx="4846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the tool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28816" y="2304288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66560" y="230428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 calculated in seconds, ready for review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528816" y="2798064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766560" y="27980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recalculation happens automatically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528816" y="3291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291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needing attention are surfaced for you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28816" y="3785616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66560" y="378561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 flagged between appointments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28816" y="427939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766560" y="427939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7D3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 recorded day by day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66928" y="5047488"/>
            <a:ext cx="11064240" cy="694944"/>
          </a:xfrm>
          <a:prstGeom prst="roundRect">
            <a:avLst>
              <a:gd name="adj" fmla="val 7895"/>
            </a:avLst>
          </a:prstGeom>
          <a:solidFill>
            <a:srgbClr val="F5F8FA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68680" y="5175504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added task is review and approval — the clinical judgement only you can provide.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checks the things that get missed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and nutrient interactions raised at the point of prescribing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572768"/>
            <a:ext cx="268833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700784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6928" y="230428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chemotherapy &amp; radiation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 rules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10712" y="1572768"/>
            <a:ext cx="268833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10712" y="1700784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410712" y="230428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safety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54496" y="1572768"/>
            <a:ext cx="268833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54496" y="1700784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254496" y="230428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investigation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098280" y="1572768"/>
            <a:ext cx="2688336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098280" y="1700784"/>
            <a:ext cx="2688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136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9098280" y="230428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parameters you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inspect and change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3273552"/>
            <a:ext cx="11064240" cy="2084832"/>
          </a:xfrm>
          <a:prstGeom prst="roundRect">
            <a:avLst>
              <a:gd name="adj" fmla="val 2632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68680" y="3493008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a patient on Cisplatin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68680" y="4014216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3931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Renal magnesium wasting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474720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magnesium protocol raised automatically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68680" y="4617720"/>
            <a:ext cx="137160" cy="13716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43000" y="4535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Nephrotoxicity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474720" y="45354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creatinine monitoring enforced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263640" y="4014216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39319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trigger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869680" y="393192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creatinine &gt; 1.5 mg/dL — hold and escalate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4617720"/>
            <a:ext cx="137160" cy="13716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4535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 adequacy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869680" y="4535424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threshold raised for catabolism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68680" y="502920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rule is visible and editable — you can see exactly why the tool said what it said.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watches your patients between appointments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against ESPEN / GLIM malnutrition criteria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09344"/>
            <a:ext cx="1106424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105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Patients Needing Attention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937760" y="173736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7488" y="1773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94960" y="1773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601968" y="173736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11696" y="1773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977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059168" y="1773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66176" y="173736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1773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B5C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723376" y="1773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930384" y="1737360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40112" y="177393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4A3B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387584" y="1773936"/>
            <a:ext cx="1051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monitored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2468880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70432" y="23957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weight loss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40480" y="2395728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3.8%/week — exceeds the 2%/week malnutrition threshold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" y="2871216"/>
            <a:ext cx="137160" cy="13716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279806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Inflammatory catabolism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840480" y="2798064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albumin falling while CRP rises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3602736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3803904"/>
            <a:ext cx="146304" cy="146304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78992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always shown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22960" y="4078224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flag states the measurement, the threshold crossed, and why it matters. Never a bare score.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07408" y="3602736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803904"/>
            <a:ext cx="146304" cy="146304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Tuned against real data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63440" y="4078224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 were tightened using this cohort so the list stays short enough to act on.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8247888" y="3602736"/>
            <a:ext cx="361188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503920" y="3803904"/>
            <a:ext cx="146304" cy="146304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759952" y="373075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22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 what to do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8503920" y="4078224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surfaces patients. It does not change treatment or contact anyone.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action is attributed and timestamped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record shows if anyone ever asks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5943600" cy="3931920"/>
          </a:xfrm>
          <a:prstGeom prst="roundRect">
            <a:avLst>
              <a:gd name="adj" fmla="val 1395"/>
            </a:avLst>
          </a:prstGeom>
          <a:solidFill>
            <a:srgbClr val="0E2247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65376"/>
            <a:ext cx="5303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Recorded for every product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96112" y="242316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2144" y="23408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calculated it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11880" y="2340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role and timestamp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96112" y="2935224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52144" y="285292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approved 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11880" y="28529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identity and time of approval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96112" y="344728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52144" y="3364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approved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11880" y="33649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specification, not a summary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96112" y="3959352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52144" y="38770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produced it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387705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operator and batch number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" y="447141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52144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released 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11880" y="43891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approver at each stage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96112" y="4983480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52144" y="4901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was dispatched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11880" y="490118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to which patient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675120" y="1645920"/>
            <a:ext cx="4956048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76872" y="1865376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 control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976872" y="22311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roles, each restricted to what that role needs: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004304" y="2688336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60336" y="26151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006840" y="261518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patients, full clinical record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004304" y="3163824"/>
            <a:ext cx="128016" cy="128016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260336" y="309067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06840" y="30906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entry under a named doctor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004304" y="3639312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3566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Manager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006840" y="35661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queue only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04304" y="4114800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260336" y="404164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Approver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006840" y="404164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authority only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004304" y="4590288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0336" y="45171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9006840" y="45171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and reporting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004304" y="5065776"/>
            <a:ext cx="128016" cy="12801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260336" y="499262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9006840" y="49926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and site management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976872" y="5175504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staff never see clinical notes. Clinical staff never touch batch release.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Patient data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sits and who can reach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59536" y="193852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70432" y="18653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59536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database, access restricted by role. No patient record is visible to a user whose role does not require it.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199632" y="1664208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938528"/>
            <a:ext cx="182880" cy="1828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03136" y="1865376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Identified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92240" y="22860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carry a hospital UHID and a study ID. Exports for research use the study ID, not the name.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3383280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59536" y="3657600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70432" y="35844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59536" y="400507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is sold, shared with third parties, or used for advertising. The data belongs to the hospital.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99632" y="3383280"/>
            <a:ext cx="5440680" cy="1536192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92240" y="3657600"/>
            <a:ext cx="182880" cy="1828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03136" y="3584448"/>
            <a:ext cx="4389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400507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request, a patient can be withdrawn and their record excluded from all reporting and exports.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66928" y="5175504"/>
            <a:ext cx="11064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will follow whatever data agreement your institution requires, including keeping data within your infrastructure.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department gets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individual patient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45920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92808"/>
            <a:ext cx="475488" cy="47548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928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17904" y="181051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defensible nutrition pathway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792224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documented, consistent standard applied to every patient — replacing ad hoc calculation that varies by who is on duty.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" y="2706624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953512"/>
            <a:ext cx="475488" cy="475488"/>
          </a:xfrm>
          <a:prstGeom prst="ellipse">
            <a:avLst/>
          </a:prstGeom>
          <a:solidFill>
            <a:srgbClr val="1B3A6B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535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517904" y="2871216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Visibility between visits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2852928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Deterioration surfaced when it happens rather than at the next appointment, when the window to act has narrowed.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767328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014216"/>
            <a:ext cx="475488" cy="47548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0142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17904" y="3931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Research-grade data at no extra effort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913632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nutritional data accrues from routine care. Exportable, analysis-ready, and available for your own publications.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6928" y="4828032"/>
            <a:ext cx="11064240" cy="969264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074920"/>
            <a:ext cx="475488" cy="47548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07492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517904" y="4992624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that stands up to scrutiny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4974336"/>
            <a:ext cx="64008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chain of custody per patient, which is what audit and accreditation ask for and paper systems rarely provide.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" y="5797296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Co-authorship on any publication arising from data generated at your site.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something goes wrong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48640" y="96926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you should be asking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66928" y="166420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96112" y="2084832"/>
            <a:ext cx="164592" cy="16459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3584" y="1828800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calculation is wrong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029200" y="181051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see the full specification before approving, and can change any value. The tool cannot act on an unapproved plan.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276148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3182112"/>
            <a:ext cx="164592" cy="164592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43584" y="2926080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system is unavailable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029200" y="290779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Prescribing reverts to your existing process. No patient depends on the software being up.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6928" y="385876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4279392"/>
            <a:ext cx="164592" cy="16459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43584" y="4023360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patient reacts badly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029200" y="400507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number, exact composition and dispatch date are on record for every product, so any reaction is traceable to a specific batch.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66928" y="4956048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6112" y="5376672"/>
            <a:ext cx="164592" cy="16459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43584" y="5120640"/>
            <a:ext cx="356616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22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want to stop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29200" y="5102352"/>
            <a:ext cx="6309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 a patient or end the evaluation at any point. Your data is exported to you and the deployment stops.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22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5029200"/>
            <a:ext cx="3108960" cy="310896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430000" y="-914400"/>
            <a:ext cx="2194560" cy="219456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9144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next step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822960" y="1883664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83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426464" y="182880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the engine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26464" y="2176272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 with us for an hour and check the clinical logic against your own protocols. Tell us where it is wrong.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054096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054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426464" y="2999232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the patient group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26464" y="3346704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define who is eligible and how many. We start small.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224528"/>
            <a:ext cx="420624" cy="420624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2245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26464" y="4169664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a review date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26464" y="4517136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A9BA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agreed point at which you decide whether it continues, stops or expands.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1828800"/>
            <a:ext cx="3675888" cy="3017520"/>
          </a:xfrm>
          <a:prstGeom prst="roundRect">
            <a:avLst>
              <a:gd name="adj" fmla="val 1818"/>
            </a:avLst>
          </a:prstGeom>
          <a:solidFill>
            <a:srgbClr val="1B3A6B"/>
          </a:solidFill>
          <a:ln w="12700">
            <a:solidFill>
              <a:srgbClr val="E3E8EF"/>
            </a:solidFill>
            <a:prstDash val="solid"/>
          </a:ln>
          <a:effectLst>
            <a:outerShdw sx="100000" sy="100000" kx="0" ky="0" algn="bl" rotWithShape="0" blurRad="101600" dist="12700" dir="5400000">
              <a:srgbClr val="B9C4D0">
                <a:alpha val="2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8257032" y="204825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in place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57032" y="2450592"/>
            <a:ext cx="3108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a production clinic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per patient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governed user roles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source documentation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export built in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" y="5943600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FA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GQUENCE · Clinical Nutrition Platform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GQUENCE — Hospital Adoption Briefing</dc:title>
  <dc:subject>PptxGenJS Presentation</dc:subject>
  <dc:creator>GQUENCE</dc:creator>
  <cp:lastModifiedBy>GQUENCE</cp:lastModifiedBy>
  <cp:revision>1</cp:revision>
  <dcterms:created xsi:type="dcterms:W3CDTF">2026-08-11T10:11:47Z</dcterms:created>
  <dcterms:modified xsi:type="dcterms:W3CDTF">2026-08-11T10:11:47Z</dcterms:modified>
</cp:coreProperties>
</file>