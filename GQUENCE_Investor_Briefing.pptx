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247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E2247"/>
                </a:solidFill>
                <a:latin typeface="Cambria"/>
              </a:rPr>
              <a:t>Activity generated by the live deployment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Daily intake records</c:v>
                  </c:pt>
                  <c:pt idx="1">
                    <c:v>Weekly clinical reviews</c:v>
                  </c:pt>
                  <c:pt idx="2">
                    <c:v>Products dispatched</c:v>
                  </c:pt>
                  <c:pt idx="3">
                    <c:v>Patients enrolled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816</c:v>
                </c:pt>
                <c:pt idx="1">
                  <c:v>109</c:v>
                </c:pt>
                <c:pt idx="2">
                  <c:v>118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and buyer version. Clinical depth lives in the companion clinical deck — this one is about market, model and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ICMR National Cancer Registry Programme 2025 projection; published prevalence studies. Cite these if challenged — they are public and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commercial insight: the reorder is clinically driven, not sales driven. That is the difference between a supplement brand and a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engagement and operational figures — deliberately not framed as efficacy. Outcome evidence is what the next round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the question "what stops a big nutrition company doing this?" — the honest answer is points 2 and 3: the data loop and the workflow embedding.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this slide intentionally contains no invented financials. Fill in real pricing before any external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matters to investors — show you know evidence must precede scale, not follow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Raising risks yourself controls the framing and signals maturity. Every one has a concrete mitigation already underway.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asks, clearly separated. Fill in the amount and site target before any external meeting — placeholders are flagged in amber.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4572000"/>
            <a:ext cx="2560320" cy="2560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57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GQUENCE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999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Partner Briefing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5478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clinically governed platform and product line for oncology nutrition —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an Indian cancer centre, ready to scale.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underserved market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incidence in India is rising — nutritional care has not kept pace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 lakh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3408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cancer cases projected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for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10712" y="23408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likely to develop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in their lifetime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54496" y="23408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cancer patients develop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degree of malnutrition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23408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centres form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care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01568"/>
            <a:ext cx="5440680" cy="2231136"/>
          </a:xfrm>
          <a:prstGeom prst="roundRect">
            <a:avLst>
              <a:gd name="adj" fmla="val 2459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210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nutrition is the neglected layer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6112" y="412394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4041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spend concentrates on drugs, surgery and radiation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" y="450799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4256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is delegated to under-resourced dietetics teams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" y="489204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2144" y="48097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system links assessment to a delivered product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6112" y="527608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51937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rarely measured, so the gap stays invisible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9632" y="3401568"/>
            <a:ext cx="5431536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01384" y="36210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GQUENCE sits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01384" y="402336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oncologist and the patient’s daily nutrition — a layer that currently has no owner and no system.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19672" y="476402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cancer centres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beachhead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19672" y="5093208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5010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oncology chains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18320" y="5010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adopt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19672" y="542239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5340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sponsors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18320" y="5340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the draw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revenue lines from one deployment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creates the prescription; the prescription creates the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9568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licence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5786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 per oncology site. Covers the clinical engine, workflow, monitoring and research module.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401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· sticky · scales with sites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431536" cy="2286000"/>
          </a:xfrm>
          <a:prstGeom prst="roundRect">
            <a:avLst>
              <a:gd name="adj" fmla="val 2400"/>
            </a:avLst>
          </a:prstGeom>
          <a:solidFill>
            <a:srgbClr val="028090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188366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87184" y="19568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margin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5786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prescription becomes a manufactured, batch-tracked product. Weekly reviews generate repeat orders automatically.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8816" y="3401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by clinical design, not by upsell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169664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3525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advantage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36592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prescription cycle means each enrolled patient generates a recurring order for the duration of treatment — without a salesperson, because the reorder is a clinical decision made inside the platform. Software adoption and product revenue reinforce each other.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Traction: not a concept, a running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an oncology centre with real patients and real manufacturing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32257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enrolled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700784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10712" y="232257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manufactured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dispatched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1572768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00784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54496" y="232257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572768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00784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232257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user roles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310128"/>
          <a:ext cx="6675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452360" y="3310128"/>
            <a:ext cx="4178808" cy="2377440"/>
          </a:xfrm>
          <a:prstGeom prst="roundRect">
            <a:avLst>
              <a:gd name="adj" fmla="val 2308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54112" y="3529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de-risks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54112" y="39319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adopt it in a live clinic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and dispatch work end to end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accrues without extra staff effort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handles real case complexity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documentation already drafted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hard to copy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defensibility is in the accumulated clinical logic and the data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7904" y="17830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Encoded clinical logic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746504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configurable parameters, 16 chemotherapy and radiation interaction rules, 19 safety alerts — built with oncologists over successive iterations, not scraped from a textbook.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660904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07792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17904" y="284378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flywheel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807208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weekly review adds longitudinal outcome data. That dataset improves the engine and becomes an asset no new entrant can start with.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721608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17904" y="39044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lock-in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867912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prescribing, manufacturing and dispatch run through one governed chain, replacing it means replacing the whole clinical process — not swapping a vendor.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78231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2920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17904" y="496519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groundwork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928616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source documentation and batch traceability already in place, which is where most nutrition products stall.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economics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shown; figures to be confirmed against your final pricing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440680" cy="3968496"/>
          </a:xfrm>
          <a:prstGeom prst="roundRect">
            <a:avLst>
              <a:gd name="adj" fmla="val 1382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47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enrolled patient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23113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are driven by treatment duration, because each week of therapy is one manufactured product.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871216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990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product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patient at enrolment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593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products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week of active treatment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078224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97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pilot course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4197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 weeks observed to 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681728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800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trigger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4800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review, not sales contact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627632"/>
            <a:ext cx="5431536" cy="3968496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1384" y="1847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site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01384" y="223113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oncology centre carries a standing patient population, so site value compounds as enrolment grows.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01384" y="2871216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990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33104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per site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01384" y="3474720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593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volume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33104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enrolled patients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01384" y="4078224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197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of a new site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833104" y="4197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cost near zero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01384" y="4681728"/>
            <a:ext cx="4846320" cy="530352"/>
          </a:xfrm>
          <a:prstGeom prst="roundRect">
            <a:avLst>
              <a:gd name="adj" fmla="val 8621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800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33104" y="4800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 per site, then more sites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01384" y="5230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pricing, COGS and target margin before presenting.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to scale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 one centre first, then replication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88336" cy="32004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loop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centre, live. Establish that clinicians adopt it and the supply chain holds.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31596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15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patients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73552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410712" y="1691640"/>
            <a:ext cx="2688336" cy="32004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66744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66744" y="22128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85292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cohort with structured follow-up to convert engagement data into published results.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66744" y="431596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4315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pilot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17336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54496" y="1691640"/>
            <a:ext cx="2688336" cy="32004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10528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0528" y="22128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Multi-centre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85292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into partner sites. Per-site cohort comparison is already built.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10528" y="431596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4315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sites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0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098280" y="1691640"/>
            <a:ext cx="2688336" cy="32004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54312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54312" y="22128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position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54312" y="285292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default nutritional layer for Indian oncology, with the dataset as the moat.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54312" y="431596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54312" y="4315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de-risks the next: adoption, then evidence, then replication, then category ownership.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and how they are managed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a diligent investor will raise anyway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0824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739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is early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7739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Single-arm pilot with no control group.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69480" y="177393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cohort with structured follow-up is the primary use of funds.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67004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449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7980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adoption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798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resist tools that add work.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279806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live; the risk panel is designed to save time, not demand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69080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8221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822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Nutraceutical classification and labelling.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38221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source documentation and batch traceability already built.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71830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932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scale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production must scale with sites.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48463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workflow is already multi-site and role-governed in software.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1371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3716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937760"/>
            <a:ext cx="3108960" cy="3108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-914400"/>
            <a:ext cx="2194560" cy="21945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1B3A6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17904" y="2103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 the evidence phase and manufacturing scale-up: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321868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31272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clinical cohort and follow-up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" y="363931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5478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capacity and quality systems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112" y="405993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9684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and commercial team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" y="448056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389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publication work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5321808" cy="3291840"/>
          </a:xfrm>
          <a:prstGeom prst="roundRect">
            <a:avLst>
              <a:gd name="adj" fmla="val 1667"/>
            </a:avLst>
          </a:prstGeom>
          <a:solidFill>
            <a:srgbClr val="1B3A6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11112" y="20574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0336" y="2103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11112" y="2706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oncology centres willing to deploy and co-evaluate: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38544" y="3218688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3127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champion at each centre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38544" y="3639312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35478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protocol and outcome definitions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38544" y="4059936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39684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cohort comparison already built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38544" y="4480560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4389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Co-authorship on resulting publications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2578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funding amount, valuation and target site count before presenting.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60350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GQUENCE · Clinical Nutrition Intelligence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GQUENCE — Investor &amp; Partner Briefing</dc:title>
  <dc:subject>PptxGenJS Presentation</dc:subject>
  <dc:creator>GQUENCE</dc:creator>
  <cp:lastModifiedBy>GQUENCE</cp:lastModifiedBy>
  <cp:revision>1</cp:revision>
  <dcterms:created xsi:type="dcterms:W3CDTF">2026-08-10T06:43:54Z</dcterms:created>
  <dcterms:modified xsi:type="dcterms:W3CDTF">2026-08-10T06:43:54Z</dcterms:modified>
</cp:coreProperties>
</file>